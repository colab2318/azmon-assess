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5447" r:id="rId4"/>
  </p:sldMasterIdLst>
  <p:notesMasterIdLst>
    <p:notesMasterId r:id="rId6"/>
  </p:notesMasterIdLst>
  <p:handoutMasterIdLst>
    <p:handoutMasterId r:id="rId7"/>
  </p:handoutMasterIdLst>
  <p:sldIdLst>
    <p:sldId id="2147479566" r:id="rId5"/>
  </p:sldIdLst>
  <p:sldSz cx="12192000" cy="6858000"/>
  <p:notesSz cx="6858000" cy="9144000"/>
  <p:embeddedFontLst>
    <p:embeddedFont>
      <p:font typeface="Consolas" panose="020B0609020204030204" pitchFamily="49" charset="0"/>
      <p:regular r:id="rId8"/>
      <p:bold r:id="rId9"/>
      <p:italic r:id="rId10"/>
      <p:boldItalic r:id="rId11"/>
    </p:embeddedFont>
    <p:embeddedFont>
      <p:font typeface="Segoe Sans Text" pitchFamily="2" charset="0"/>
      <p:regular r:id="rId12"/>
      <p:bold r:id="rId13"/>
      <p:italic r:id="rId14"/>
      <p:boldItalic r:id="rId15"/>
    </p:embeddedFont>
    <p:embeddedFont>
      <p:font typeface="Segoe Sans Text Semibold" pitchFamily="2" charset="0"/>
      <p:regular r:id="rId16"/>
      <p:bold r:id="rId17"/>
      <p:boldItalic r:id="rId18"/>
    </p:embeddedFont>
    <p:embeddedFont>
      <p:font typeface="Segoe UI" panose="020B0502040204020203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alkin" id="{A3DB1FAC-5739-4645-8893-9D7B3E7AD723}">
          <p14:sldIdLst/>
        </p14:section>
        <p14:section name="Title slides" id="{6BEBC51B-B88B-4AE4-8478-0F95EE84F165}">
          <p14:sldIdLst>
            <p14:sldId id="2147479566"/>
          </p14:sldIdLst>
        </p14:section>
        <p14:section name="Secondary Title slides" id="{7D42F6A8-E6FE-41DB-BD57-5FF6C1556878}">
          <p14:sldIdLst/>
        </p14:section>
        <p14:section name="Agenda" id="{194114FB-11A9-460A-BA65-6CA85323C1BD}">
          <p14:sldIdLst/>
        </p14:section>
        <p14:section name="Section slides" id="{1588D2DD-7526-4E2A-805C-721F64D91A8E}">
          <p14:sldIdLst/>
        </p14:section>
        <p14:section name="Secondary Section slides" id="{80DBFD64-B498-4BC4-B094-79D0CB308994}">
          <p14:sldIdLst/>
        </p14:section>
        <p14:section name="Demo slides" id="{6329D8B9-48F6-4A4F-9A16-F9437F6216BB}">
          <p14:sldIdLst/>
        </p14:section>
        <p14:section name="Charts" id="{652CA158-AFCA-4ABB-B8C2-E0292554260C}">
          <p14:sldIdLst/>
        </p14:section>
        <p14:section name="Quote slide" id="{B01A77B5-8462-45FD-B993-08F7F3659690}">
          <p14:sldIdLst/>
        </p14:section>
        <p14:section name="Screenshot slides" id="{FEB2164B-F155-42A0-B9E6-18EE0639F466}">
          <p14:sldIdLst/>
        </p14:section>
        <p14:section name="Photo slides" id="{0AF578B1-CD8A-43DA-99D3-79D4DA61F65F}">
          <p14:sldIdLst/>
        </p14:section>
        <p14:section name="Thank you" id="{FAEF7370-9680-4B43-B8CD-8EC3C24CF938}">
          <p14:sldIdLst/>
        </p14:section>
        <p14:section name="Content slides" id="{D30E4385-0D75-4769-9EFE-1FB912F2332F}">
          <p14:sldIdLst/>
        </p14:section>
        <p14:section name="Icon Library" id="{1B2B0870-36BF-41F5-B007-2A7A7BB49388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364C"/>
    <a:srgbClr val="C03BC4"/>
    <a:srgbClr val="E8E6DF"/>
    <a:srgbClr val="F4F3F5"/>
    <a:srgbClr val="0078D4"/>
    <a:srgbClr val="F0F0F0"/>
    <a:srgbClr val="8C8279"/>
    <a:srgbClr val="FFB900"/>
    <a:srgbClr val="091F2C"/>
    <a:srgbClr val="2A4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ECBF74-D144-C640-BF81-1B86CF99FB24}" v="92" dt="2023-09-19T21:25:10.3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1" autoAdjust="0"/>
    <p:restoredTop sz="96328" autoAdjust="0"/>
  </p:normalViewPr>
  <p:slideViewPr>
    <p:cSldViewPr snapToGrid="0">
      <p:cViewPr varScale="1">
        <p:scale>
          <a:sx n="156" d="100"/>
          <a:sy n="156" d="100"/>
        </p:scale>
        <p:origin x="114" y="150"/>
      </p:cViewPr>
      <p:guideLst/>
    </p:cSldViewPr>
  </p:slideViewPr>
  <p:outlineViewPr>
    <p:cViewPr>
      <p:scale>
        <a:sx n="33" d="100"/>
        <a:sy n="33" d="100"/>
      </p:scale>
      <p:origin x="0" y="-233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0" d="100"/>
          <a:sy n="80" d="100"/>
        </p:scale>
        <p:origin x="3066" y="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14.fntdata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8/27/2026 9:15 PM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8/27/2026 9:15 PM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jp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S logo white - EMF" descr="Microsoft logo white text version">
            <a:extLst>
              <a:ext uri="{FF2B5EF4-FFF2-40B4-BE49-F238E27FC236}">
                <a16:creationId xmlns:a16="http://schemas.microsoft.com/office/drawing/2014/main" id="{F7CD6B1F-AE52-08A4-59DD-ADA3920FE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 userDrawn="1"/>
        </p:nvSpPr>
        <p:spPr>
          <a:xfrm>
            <a:off x="584200" y="2841172"/>
            <a:ext cx="3790950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400" b="0" dirty="0">
                <a:solidFill>
                  <a:schemeClr val="bg1"/>
                </a:solidFill>
                <a:latin typeface="+mj-lt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11579971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lkin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 userDrawn="1"/>
        </p:nvSpPr>
        <p:spPr>
          <a:xfrm>
            <a:off x="584200" y="2841172"/>
            <a:ext cx="3790950" cy="14957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400" b="0" dirty="0">
                <a:solidFill>
                  <a:schemeClr val="tx1"/>
                </a:solidFill>
                <a:latin typeface="+mj-lt"/>
              </a:rPr>
              <a:t>Microsoft Azure</a:t>
            </a:r>
          </a:p>
        </p:txBody>
      </p:sp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8672AF12-6140-9E72-C268-A8ED4080CA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74624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112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4748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0BB37EE3-73AC-5546-F43B-FE5420C7D0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136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0BB37EE3-73AC-5546-F43B-FE5420C7D0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2940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32" userDrawn="1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BBFAAA10-F521-410E-1BB5-6D77902DD0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91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BBFAAA10-F521-410E-1BB5-6D77902DD0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943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 userDrawn="1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020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3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52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520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CE50-46CE-0973-AC08-7477BEAD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3424D10-01E7-37F9-6091-2C95487D9F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DFE8ED1-0EC9-B339-1813-0B4260A0A2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23006D8-810A-DCBB-7E79-17F6322E2F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DAAB847-57CB-2458-2ADA-6D77707940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B655A31-FF73-73EA-1EA8-00F13891AB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19634A-80BB-C620-3C16-1EA80A7B1C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5E7CC6D-40F5-C58C-FC44-793B1A98AC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B93ED5-5CA7-C983-373E-E42D7424C7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/>
            </a:lvl1pPr>
            <a:lvl2pPr>
              <a:defRPr lang="en-US" sz="1600"/>
            </a:lvl2pPr>
            <a:lvl3pPr>
              <a:defRPr lang="en-US" sz="1600"/>
            </a:lvl3pPr>
            <a:lvl4pPr>
              <a:defRPr lang="en-US" sz="140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109683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32" userDrawn="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gradFill>
                  <a:gsLst>
                    <a:gs pos="0">
                      <a:srgbClr val="31ACBD"/>
                    </a:gs>
                    <a:gs pos="68000">
                      <a:schemeClr val="tx2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>
                <a:gradFill>
                  <a:gsLst>
                    <a:gs pos="100000">
                      <a:srgbClr val="3EA89B"/>
                    </a:gs>
                    <a:gs pos="0">
                      <a:srgbClr val="225B62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 dirty="0">
                <a:gradFill>
                  <a:gsLst>
                    <a:gs pos="0">
                      <a:srgbClr val="F4364C"/>
                    </a:gs>
                    <a:gs pos="68000">
                      <a:srgbClr val="C03BC4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>
                <a:gradFill>
                  <a:gsLst>
                    <a:gs pos="0">
                      <a:srgbClr val="FF9318"/>
                    </a:gs>
                    <a:gs pos="44000">
                      <a:srgbClr val="FF5C39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gradFill flip="none" rotWithShape="1">
            <a:gsLst>
              <a:gs pos="47706">
                <a:schemeClr val="accent1"/>
              </a:gs>
              <a:gs pos="100000">
                <a:schemeClr val="accent3"/>
              </a:gs>
              <a:gs pos="60000">
                <a:schemeClr val="accent1"/>
              </a:gs>
            </a:gsLst>
            <a:lin ang="18900000" scaled="1"/>
            <a:tileRect/>
          </a:grad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9554D-CD2C-F836-9A2C-88CABE5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312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gradFill>
            <a:gsLst>
              <a:gs pos="0">
                <a:srgbClr val="E8E6DF"/>
              </a:gs>
              <a:gs pos="100000">
                <a:srgbClr val="D4EC8E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D4EC8E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1"/>
            <a:ext cx="3182027" cy="3959217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42182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46414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169157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32569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00282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28351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21082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068625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515310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D155-47E8-D819-5FA4-74860757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022EE65-FBB2-C961-B89F-9DADBDB2DB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27263" y="2199576"/>
            <a:ext cx="3760470" cy="376047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effectLst>
            <a:outerShdw blurRad="215900" dist="190500" dir="2700000" sx="101000" sy="101000" algn="ctr" rotWithShape="0">
              <a:srgbClr val="000000">
                <a:alpha val="23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>
            <a:lvl1pPr marL="228600" indent="-228600" algn="ctr">
              <a:buNone/>
              <a:defRPr lang="en-US" sz="1800" b="1">
                <a:solidFill>
                  <a:schemeClr val="tx1"/>
                </a:solidFill>
                <a:latin typeface="+mn-lt"/>
              </a:defRPr>
            </a:lvl1pPr>
          </a:lstStyle>
          <a:p>
            <a:pPr marL="228600" lvl="0" indent="-228600" algn="ctr"/>
            <a:r>
              <a:rPr lang="en-US" dirty="0"/>
              <a:t>Click to insert photo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B878651-6EA0-F1DE-DDB3-D4C07A4E59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5931" y="3206751"/>
            <a:ext cx="2706480" cy="147732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A3F807-DEFB-6026-D7BD-82284EB7FB76}"/>
              </a:ext>
            </a:extLst>
          </p:cNvPr>
          <p:cNvSpPr/>
          <p:nvPr/>
        </p:nvSpPr>
        <p:spPr>
          <a:xfrm>
            <a:off x="552732" y="2199576"/>
            <a:ext cx="693200" cy="604267"/>
          </a:xfrm>
          <a:custGeom>
            <a:avLst/>
            <a:gdLst>
              <a:gd name="connsiteX0" fmla="*/ 393237 w 674431"/>
              <a:gd name="connsiteY0" fmla="*/ 0 h 587906"/>
              <a:gd name="connsiteX1" fmla="*/ 616089 w 674431"/>
              <a:gd name="connsiteY1" fmla="*/ 0 h 587906"/>
              <a:gd name="connsiteX2" fmla="*/ 616151 w 674431"/>
              <a:gd name="connsiteY2" fmla="*/ 0 h 587906"/>
              <a:gd name="connsiteX3" fmla="*/ 674431 w 674431"/>
              <a:gd name="connsiteY3" fmla="*/ 58280 h 587906"/>
              <a:gd name="connsiteX4" fmla="*/ 674431 w 674431"/>
              <a:gd name="connsiteY4" fmla="*/ 221738 h 587906"/>
              <a:gd name="connsiteX5" fmla="*/ 597219 w 674431"/>
              <a:gd name="connsiteY5" fmla="*/ 471750 h 587906"/>
              <a:gd name="connsiteX6" fmla="*/ 393361 w 674431"/>
              <a:gd name="connsiteY6" fmla="*/ 587630 h 587906"/>
              <a:gd name="connsiteX7" fmla="*/ 380245 w 674431"/>
              <a:gd name="connsiteY7" fmla="*/ 577174 h 587906"/>
              <a:gd name="connsiteX8" fmla="*/ 380245 w 674431"/>
              <a:gd name="connsiteY8" fmla="*/ 489011 h 587906"/>
              <a:gd name="connsiteX9" fmla="*/ 387484 w 674431"/>
              <a:gd name="connsiteY9" fmla="*/ 478865 h 587906"/>
              <a:gd name="connsiteX10" fmla="*/ 523100 w 674431"/>
              <a:gd name="connsiteY10" fmla="*/ 363541 h 587906"/>
              <a:gd name="connsiteX11" fmla="*/ 540423 w 674431"/>
              <a:gd name="connsiteY11" fmla="*/ 283112 h 587906"/>
              <a:gd name="connsiteX12" fmla="*/ 533308 w 674431"/>
              <a:gd name="connsiteY12" fmla="*/ 276306 h 587906"/>
              <a:gd name="connsiteX13" fmla="*/ 393361 w 674431"/>
              <a:gd name="connsiteY13" fmla="*/ 276306 h 587906"/>
              <a:gd name="connsiteX14" fmla="*/ 374986 w 674431"/>
              <a:gd name="connsiteY14" fmla="*/ 257931 h 587906"/>
              <a:gd name="connsiteX15" fmla="*/ 374986 w 674431"/>
              <a:gd name="connsiteY15" fmla="*/ 18251 h 587906"/>
              <a:gd name="connsiteX16" fmla="*/ 393237 w 674431"/>
              <a:gd name="connsiteY16" fmla="*/ 0 h 587906"/>
              <a:gd name="connsiteX17" fmla="*/ 58466 w 674431"/>
              <a:gd name="connsiteY17" fmla="*/ 0 h 587906"/>
              <a:gd name="connsiteX18" fmla="*/ 281070 w 674431"/>
              <a:gd name="connsiteY18" fmla="*/ 0 h 587906"/>
              <a:gd name="connsiteX19" fmla="*/ 299445 w 674431"/>
              <a:gd name="connsiteY19" fmla="*/ 18375 h 587906"/>
              <a:gd name="connsiteX20" fmla="*/ 299445 w 674431"/>
              <a:gd name="connsiteY20" fmla="*/ 221738 h 587906"/>
              <a:gd name="connsiteX21" fmla="*/ 222233 w 674431"/>
              <a:gd name="connsiteY21" fmla="*/ 471750 h 587906"/>
              <a:gd name="connsiteX22" fmla="*/ 18375 w 674431"/>
              <a:gd name="connsiteY22" fmla="*/ 587630 h 587906"/>
              <a:gd name="connsiteX23" fmla="*/ 5259 w 674431"/>
              <a:gd name="connsiteY23" fmla="*/ 577174 h 587906"/>
              <a:gd name="connsiteX24" fmla="*/ 5259 w 674431"/>
              <a:gd name="connsiteY24" fmla="*/ 489011 h 587906"/>
              <a:gd name="connsiteX25" fmla="*/ 12497 w 674431"/>
              <a:gd name="connsiteY25" fmla="*/ 478865 h 587906"/>
              <a:gd name="connsiteX26" fmla="*/ 148114 w 674431"/>
              <a:gd name="connsiteY26" fmla="*/ 363541 h 587906"/>
              <a:gd name="connsiteX27" fmla="*/ 165437 w 674431"/>
              <a:gd name="connsiteY27" fmla="*/ 283112 h 587906"/>
              <a:gd name="connsiteX28" fmla="*/ 158322 w 674431"/>
              <a:gd name="connsiteY28" fmla="*/ 276306 h 587906"/>
              <a:gd name="connsiteX29" fmla="*/ 18375 w 674431"/>
              <a:gd name="connsiteY29" fmla="*/ 276306 h 587906"/>
              <a:gd name="connsiteX30" fmla="*/ 0 w 674431"/>
              <a:gd name="connsiteY30" fmla="*/ 257931 h 587906"/>
              <a:gd name="connsiteX31" fmla="*/ 0 w 674431"/>
              <a:gd name="connsiteY31" fmla="*/ 58466 h 587906"/>
              <a:gd name="connsiteX32" fmla="*/ 58466 w 674431"/>
              <a:gd name="connsiteY32" fmla="*/ 0 h 58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4431" h="587906">
                <a:moveTo>
                  <a:pt x="393237" y="0"/>
                </a:moveTo>
                <a:lnTo>
                  <a:pt x="616089" y="0"/>
                </a:lnTo>
                <a:lnTo>
                  <a:pt x="616151" y="0"/>
                </a:lnTo>
                <a:cubicBezTo>
                  <a:pt x="648322" y="0"/>
                  <a:pt x="674431" y="26109"/>
                  <a:pt x="674431" y="58280"/>
                </a:cubicBezTo>
                <a:lnTo>
                  <a:pt x="674431" y="221738"/>
                </a:lnTo>
                <a:cubicBezTo>
                  <a:pt x="674431" y="328152"/>
                  <a:pt x="648694" y="411490"/>
                  <a:pt x="597219" y="471750"/>
                </a:cubicBezTo>
                <a:cubicBezTo>
                  <a:pt x="548157" y="529102"/>
                  <a:pt x="480225" y="567770"/>
                  <a:pt x="393361" y="587630"/>
                </a:cubicBezTo>
                <a:cubicBezTo>
                  <a:pt x="386679" y="589177"/>
                  <a:pt x="380245" y="584042"/>
                  <a:pt x="380245" y="577174"/>
                </a:cubicBezTo>
                <a:lnTo>
                  <a:pt x="380245" y="489011"/>
                </a:lnTo>
                <a:cubicBezTo>
                  <a:pt x="380245" y="484433"/>
                  <a:pt x="383153" y="480288"/>
                  <a:pt x="387484" y="478865"/>
                </a:cubicBezTo>
                <a:cubicBezTo>
                  <a:pt x="454240" y="456778"/>
                  <a:pt x="499466" y="418295"/>
                  <a:pt x="523100" y="363541"/>
                </a:cubicBezTo>
                <a:cubicBezTo>
                  <a:pt x="535969" y="335824"/>
                  <a:pt x="541784" y="309035"/>
                  <a:pt x="540423" y="283112"/>
                </a:cubicBezTo>
                <a:cubicBezTo>
                  <a:pt x="540238" y="279276"/>
                  <a:pt x="537082" y="276306"/>
                  <a:pt x="533308" y="276306"/>
                </a:cubicBezTo>
                <a:lnTo>
                  <a:pt x="393361" y="276306"/>
                </a:lnTo>
                <a:cubicBezTo>
                  <a:pt x="383215" y="276306"/>
                  <a:pt x="374986" y="268078"/>
                  <a:pt x="374986" y="257931"/>
                </a:cubicBezTo>
                <a:lnTo>
                  <a:pt x="374986" y="18251"/>
                </a:lnTo>
                <a:cubicBezTo>
                  <a:pt x="374986" y="8167"/>
                  <a:pt x="383153" y="0"/>
                  <a:pt x="393237" y="0"/>
                </a:cubicBezTo>
                <a:close/>
                <a:moveTo>
                  <a:pt x="58466" y="0"/>
                </a:moveTo>
                <a:lnTo>
                  <a:pt x="281070" y="0"/>
                </a:lnTo>
                <a:cubicBezTo>
                  <a:pt x="291216" y="0"/>
                  <a:pt x="299445" y="8229"/>
                  <a:pt x="299445" y="18375"/>
                </a:cubicBezTo>
                <a:lnTo>
                  <a:pt x="299445" y="221738"/>
                </a:lnTo>
                <a:cubicBezTo>
                  <a:pt x="299445" y="328152"/>
                  <a:pt x="273708" y="411490"/>
                  <a:pt x="222233" y="471750"/>
                </a:cubicBezTo>
                <a:cubicBezTo>
                  <a:pt x="173171" y="529102"/>
                  <a:pt x="105239" y="567770"/>
                  <a:pt x="18375" y="587630"/>
                </a:cubicBezTo>
                <a:cubicBezTo>
                  <a:pt x="11631" y="589177"/>
                  <a:pt x="5259" y="584042"/>
                  <a:pt x="5259" y="577174"/>
                </a:cubicBezTo>
                <a:lnTo>
                  <a:pt x="5259" y="489011"/>
                </a:lnTo>
                <a:cubicBezTo>
                  <a:pt x="5259" y="484433"/>
                  <a:pt x="8167" y="480288"/>
                  <a:pt x="12497" y="478865"/>
                </a:cubicBezTo>
                <a:cubicBezTo>
                  <a:pt x="79254" y="456778"/>
                  <a:pt x="124480" y="418295"/>
                  <a:pt x="148114" y="363541"/>
                </a:cubicBezTo>
                <a:cubicBezTo>
                  <a:pt x="160983" y="335824"/>
                  <a:pt x="166798" y="309035"/>
                  <a:pt x="165437" y="283112"/>
                </a:cubicBezTo>
                <a:cubicBezTo>
                  <a:pt x="165252" y="279276"/>
                  <a:pt x="162096" y="276306"/>
                  <a:pt x="158322" y="276306"/>
                </a:cubicBezTo>
                <a:lnTo>
                  <a:pt x="18375" y="276306"/>
                </a:lnTo>
                <a:cubicBezTo>
                  <a:pt x="8229" y="276306"/>
                  <a:pt x="0" y="268078"/>
                  <a:pt x="0" y="257931"/>
                </a:cubicBezTo>
                <a:lnTo>
                  <a:pt x="0" y="58466"/>
                </a:lnTo>
                <a:cubicBezTo>
                  <a:pt x="0" y="26171"/>
                  <a:pt x="26171" y="0"/>
                  <a:pt x="58466" y="0"/>
                </a:cubicBezTo>
                <a:close/>
              </a:path>
            </a:pathLst>
          </a:custGeom>
          <a:solidFill>
            <a:schemeClr val="tx1"/>
          </a:solidFill>
          <a:ln w="61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B8F6EDE-3287-C98A-2287-E97E9546E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5931" y="4963876"/>
            <a:ext cx="270648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407350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6359434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5C022-5A4E-84F5-B51B-1431B6A0AE21}"/>
              </a:ext>
            </a:extLst>
          </p:cNvPr>
          <p:cNvSpPr/>
          <p:nvPr userDrawn="1"/>
        </p:nvSpPr>
        <p:spPr bwMode="auto">
          <a:xfrm>
            <a:off x="7228114" y="292100"/>
            <a:ext cx="4659086" cy="6272213"/>
          </a:xfrm>
          <a:prstGeom prst="rect">
            <a:avLst/>
          </a:prstGeom>
          <a:gradFill>
            <a:gsLst>
              <a:gs pos="0">
                <a:srgbClr val="FFB3BB"/>
              </a:gs>
              <a:gs pos="100000">
                <a:srgbClr val="FFB900"/>
              </a:gs>
            </a:gsLst>
            <a:lin ang="81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76380" y="1866864"/>
            <a:ext cx="5544120" cy="312427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1020F17E-67BE-FC02-AF7B-709A3923C2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3978346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65C022-5A4E-84F5-B51B-1431B6A0AE21}"/>
              </a:ext>
            </a:extLst>
          </p:cNvPr>
          <p:cNvSpPr/>
          <p:nvPr userDrawn="1"/>
        </p:nvSpPr>
        <p:spPr bwMode="auto">
          <a:xfrm>
            <a:off x="304800" y="292100"/>
            <a:ext cx="11582400" cy="6272213"/>
          </a:xfrm>
          <a:prstGeom prst="rect">
            <a:avLst/>
          </a:prstGeom>
          <a:gradFill>
            <a:gsLst>
              <a:gs pos="64000">
                <a:srgbClr val="0D82CB"/>
              </a:gs>
              <a:gs pos="0">
                <a:srgbClr val="7FDE7B"/>
              </a:gs>
            </a:gsLst>
            <a:lin ang="81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896801"/>
            <a:ext cx="3590037" cy="166199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1762" y="1490647"/>
            <a:ext cx="6879337" cy="3876706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831227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910837" cy="11079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0"/>
            <a:ext cx="4910838" cy="20436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90C592A4-DBC6-A7A9-63D9-5020A47499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20020294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4910837" cy="11079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0"/>
            <a:ext cx="4910838" cy="161274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830D09FD-2495-FD73-64EA-14E484039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127590121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798286"/>
            <a:ext cx="4663440" cy="738664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8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199" y="4847464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99" y="510614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Contact information</a:t>
            </a:r>
          </a:p>
        </p:txBody>
      </p:sp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4B828D67-4891-FD7F-4AA2-E9E4A65251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744208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798286"/>
            <a:ext cx="4663440" cy="738664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8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199" y="4847464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199" y="510614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Contact information</a:t>
            </a:r>
          </a:p>
        </p:txBody>
      </p:sp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4B828D67-4891-FD7F-4AA2-E9E4A65251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905559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02" r:id="rId1"/>
    <p:sldLayoutId id="2147485512" r:id="rId2"/>
    <p:sldLayoutId id="2147485497" r:id="rId3"/>
    <p:sldLayoutId id="2147485523" r:id="rId4"/>
    <p:sldLayoutId id="2147485513" r:id="rId5"/>
    <p:sldLayoutId id="2147485524" r:id="rId6"/>
    <p:sldLayoutId id="2147485498" r:id="rId7"/>
    <p:sldLayoutId id="2147485514" r:id="rId8"/>
    <p:sldLayoutId id="2147485510" r:id="rId9"/>
    <p:sldLayoutId id="2147485515" r:id="rId10"/>
    <p:sldLayoutId id="2147485451" r:id="rId11"/>
    <p:sldLayoutId id="2147485503" r:id="rId12"/>
    <p:sldLayoutId id="2147485452" r:id="rId13"/>
    <p:sldLayoutId id="2147485453" r:id="rId14"/>
    <p:sldLayoutId id="2147485454" r:id="rId15"/>
    <p:sldLayoutId id="2147485455" r:id="rId16"/>
    <p:sldLayoutId id="2147485456" r:id="rId17"/>
    <p:sldLayoutId id="2147485457" r:id="rId18"/>
    <p:sldLayoutId id="2147485458" r:id="rId19"/>
    <p:sldLayoutId id="2147485459" r:id="rId20"/>
    <p:sldLayoutId id="2147485460" r:id="rId21"/>
    <p:sldLayoutId id="2147485461" r:id="rId22"/>
    <p:sldLayoutId id="2147485462" r:id="rId23"/>
    <p:sldLayoutId id="2147485463" r:id="rId24"/>
    <p:sldLayoutId id="2147485464" r:id="rId25"/>
    <p:sldLayoutId id="2147485465" r:id="rId26"/>
    <p:sldLayoutId id="2147485466" r:id="rId27"/>
    <p:sldLayoutId id="2147485467" r:id="rId28"/>
    <p:sldLayoutId id="2147485468" r:id="rId29"/>
    <p:sldLayoutId id="2147485469" r:id="rId30"/>
    <p:sldLayoutId id="2147485470" r:id="rId31"/>
    <p:sldLayoutId id="2147485471" r:id="rId32"/>
    <p:sldLayoutId id="2147485472" r:id="rId33"/>
    <p:sldLayoutId id="2147485473" r:id="rId34"/>
    <p:sldLayoutId id="2147485474" r:id="rId35"/>
    <p:sldLayoutId id="2147485475" r:id="rId36"/>
    <p:sldLayoutId id="2147485476" r:id="rId37"/>
    <p:sldLayoutId id="2147485477" r:id="rId38"/>
    <p:sldLayoutId id="2147485478" r:id="rId39"/>
    <p:sldLayoutId id="2147485479" r:id="rId40"/>
    <p:sldLayoutId id="2147485480" r:id="rId41"/>
    <p:sldLayoutId id="2147485481" r:id="rId42"/>
    <p:sldLayoutId id="2147485482" r:id="rId43"/>
    <p:sldLayoutId id="2147485483" r:id="rId44"/>
    <p:sldLayoutId id="2147485484" r:id="rId45"/>
    <p:sldLayoutId id="2147485485" r:id="rId46"/>
    <p:sldLayoutId id="2147485486" r:id="rId47"/>
    <p:sldLayoutId id="2147485487" r:id="rId48"/>
    <p:sldLayoutId id="2147485488" r:id="rId49"/>
    <p:sldLayoutId id="2147485490" r:id="rId50"/>
    <p:sldLayoutId id="2147485491" r:id="rId51"/>
    <p:sldLayoutId id="2147485516" r:id="rId52"/>
    <p:sldLayoutId id="2147485517" r:id="rId53"/>
    <p:sldLayoutId id="2147485525" r:id="rId54"/>
    <p:sldLayoutId id="2147485499" r:id="rId55"/>
    <p:sldLayoutId id="2147485518" r:id="rId56"/>
    <p:sldLayoutId id="2147485511" r:id="rId57"/>
    <p:sldLayoutId id="2147485519" r:id="rId58"/>
    <p:sldLayoutId id="2147485520" r:id="rId59"/>
    <p:sldLayoutId id="2147485521" r:id="rId60"/>
    <p:sldLayoutId id="2147485504" r:id="rId61"/>
    <p:sldLayoutId id="2147485505" r:id="rId62"/>
    <p:sldLayoutId id="2147485506" r:id="rId63"/>
    <p:sldLayoutId id="2147485507" r:id="rId64"/>
    <p:sldLayoutId id="2147485508" r:id="rId65"/>
    <p:sldLayoutId id="2147485509" r:id="rId66"/>
    <p:sldLayoutId id="2147485522" r:id="rId67"/>
    <p:sldLayoutId id="2147485493" r:id="rId68"/>
    <p:sldLayoutId id="2147485494" r:id="rId69"/>
    <p:sldLayoutId id="2147485495" r:id="rId70"/>
    <p:sldLayoutId id="2147485496" r:id="rId71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2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 userDrawn="1">
          <p15:clr>
            <a:srgbClr val="C35EA4"/>
          </p15:clr>
        </p15:guide>
        <p15:guide id="17" pos="7320" userDrawn="1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 userDrawn="1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 userDrawn="1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8DEE-2D0B-3912-8276-F7CE6D96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302670"/>
            <a:ext cx="4978400" cy="1231106"/>
          </a:xfrm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Azure Monitoring &amp; Observability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84B0AB-09DA-0DFB-7305-C5AEA247F9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3962400"/>
            <a:ext cx="4978400" cy="246221"/>
          </a:xfrm>
        </p:spPr>
        <p:txBody>
          <a:bodyPr/>
          <a:lstStyle/>
          <a:p>
            <a:r>
              <a:rPr lang="en-US" dirty="0"/>
              <a:t>Assessment Report — TTX Corp</a:t>
            </a:r>
          </a:p>
        </p:txBody>
      </p:sp>
    </p:spTree>
    <p:extLst>
      <p:ext uri="{BB962C8B-B14F-4D97-AF65-F5344CB8AC3E}">
        <p14:creationId xmlns:p14="http://schemas.microsoft.com/office/powerpoint/2010/main" val="1571233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zure 2023 Template">
  <a:themeElements>
    <a:clrScheme name="Custom 4">
      <a:dk1>
        <a:srgbClr val="000000"/>
      </a:dk1>
      <a:lt1>
        <a:srgbClr val="FFFFFF"/>
      </a:lt1>
      <a:dk2>
        <a:srgbClr val="0078D4"/>
      </a:dk2>
      <a:lt2>
        <a:srgbClr val="E8E6DF"/>
      </a:lt2>
      <a:accent1>
        <a:srgbClr val="0078D4"/>
      </a:accent1>
      <a:accent2>
        <a:srgbClr val="2A446F"/>
      </a:accent2>
      <a:accent3>
        <a:srgbClr val="49C5B1"/>
      </a:accent3>
      <a:accent4>
        <a:srgbClr val="8DE971"/>
      </a:accent4>
      <a:accent5>
        <a:srgbClr val="F4364F"/>
      </a:accent5>
      <a:accent6>
        <a:srgbClr val="C03BC4"/>
      </a:accent6>
      <a:hlink>
        <a:srgbClr val="091F2C"/>
      </a:hlink>
      <a:folHlink>
        <a:srgbClr val="091F2C"/>
      </a:folHlink>
    </a:clrScheme>
    <a:fontScheme name="Custom 4">
      <a:majorFont>
        <a:latin typeface="Segoe Sans Text Semibold"/>
        <a:ea typeface=""/>
        <a:cs typeface=""/>
      </a:majorFont>
      <a:minorFont>
        <a:latin typeface="Segoe Sans Tex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1" id="{662DC8C9-CFC0-405F-82A1-B248626FCAE6}" vid="{49C91371-712F-49B7-AFEB-59DA86371D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255e9135-acb6-413d-8014-3858207eab07" xsi:nil="true"/>
    <lcf76f155ced4ddcb4097134ff3c332f xmlns="255e9135-acb6-413d-8014-3858207eab07">
      <Terms xmlns="http://schemas.microsoft.com/office/infopath/2007/PartnerControls"/>
    </lcf76f155ced4ddcb4097134ff3c332f>
    <SharedWithUsers xmlns="a4494d7a-ad2c-4b11-8dea-280127f8418e">
      <UserInfo>
        <DisplayName>Brand Central Administrators</DisplayName>
        <AccountId>2570</AccountId>
        <AccountType/>
      </UserInfo>
      <UserInfo>
        <DisplayName>Teresa Conte</DisplayName>
        <AccountId>563</AccountId>
        <AccountType/>
      </UserInfo>
      <UserInfo>
        <DisplayName>Nannette Sperling (Synaxis Corporation)</DisplayName>
        <AccountId>565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C2B9021A22FC4C82FF99EC65766ED0" ma:contentTypeVersion="20" ma:contentTypeDescription="Create a new document." ma:contentTypeScope="" ma:versionID="9da7f44f7bc0c47e637d8ceae23e1e93">
  <xsd:schema xmlns:xsd="http://www.w3.org/2001/XMLSchema" xmlns:xs="http://www.w3.org/2001/XMLSchema" xmlns:p="http://schemas.microsoft.com/office/2006/metadata/properties" xmlns:ns1="http://schemas.microsoft.com/sharepoint/v3" xmlns:ns2="255e9135-acb6-413d-8014-3858207eab07" xmlns:ns3="a4494d7a-ad2c-4b11-8dea-280127f8418e" xmlns:ns4="230e9df3-be65-4c73-a93b-d1236ebd677e" targetNamespace="http://schemas.microsoft.com/office/2006/metadata/properties" ma:root="true" ma:fieldsID="31291647c0747e3ff3c6be7e5ea34989" ns1:_="" ns2:_="" ns3:_="" ns4:_="">
    <xsd:import namespace="http://schemas.microsoft.com/sharepoint/v3"/>
    <xsd:import namespace="255e9135-acb6-413d-8014-3858207eab07"/>
    <xsd:import namespace="a4494d7a-ad2c-4b11-8dea-280127f8418e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e9135-acb6-413d-8014-3858207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25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494d7a-ad2c-4b11-8dea-280127f8418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2ed99a2d-f583-4356-ba8a-4aee971188b3}" ma:internalName="TaxCatchAll" ma:showField="CatchAllData" ma:web="a4494d7a-ad2c-4b11-8dea-280127f8418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90F116-B58F-4255-B05B-DA3808E0E5C6}">
  <ds:schemaRefs>
    <ds:schemaRef ds:uri="http://purl.org/dc/elements/1.1/"/>
    <ds:schemaRef ds:uri="ebe725d4-5a61-4827-9af4-da8e7f768b99"/>
    <ds:schemaRef ds:uri="http://schemas.microsoft.com/sharepoint/v3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230e9df3-be65-4c73-a93b-d1236ebd677e"/>
    <ds:schemaRef ds:uri="a647c833-fbf3-42d0-9d1a-fdc4c4d8b08f"/>
    <ds:schemaRef ds:uri="http://purl.org/dc/dcmitype/"/>
    <ds:schemaRef ds:uri="255e9135-acb6-413d-8014-3858207eab07"/>
    <ds:schemaRef ds:uri="a4494d7a-ad2c-4b11-8dea-280127f8418e"/>
  </ds:schemaRefs>
</ds:datastoreItem>
</file>

<file path=customXml/itemProps3.xml><?xml version="1.0" encoding="utf-8"?>
<ds:datastoreItem xmlns:ds="http://schemas.openxmlformats.org/officeDocument/2006/customXml" ds:itemID="{6DF23C8F-38A0-41C4-941E-F221D54D7B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55e9135-acb6-413d-8014-3858207eab07"/>
    <ds:schemaRef ds:uri="a4494d7a-ad2c-4b11-8dea-280127f8418e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Microsoft-Azure-PowerPoint-Template</Template>
  <TotalTime>11</TotalTime>
  <Words>9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Consolas</vt:lpstr>
      <vt:lpstr>Wingdings</vt:lpstr>
      <vt:lpstr>Segoe Sans Text Semibold</vt:lpstr>
      <vt:lpstr>Arial</vt:lpstr>
      <vt:lpstr>Segoe UI</vt:lpstr>
      <vt:lpstr>Segoe Sans Text</vt:lpstr>
      <vt:lpstr>Azure 2023 Template</vt:lpstr>
      <vt:lpstr>Azure Monitoring &amp; Observability 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&lt;Event name&gt;</dc:subject>
  <dc:creator>Aminul Chowdhury</dc:creator>
  <cp:keywords/>
  <dc:description/>
  <cp:lastModifiedBy>Aminul Chowdhury</cp:lastModifiedBy>
  <cp:revision>3</cp:revision>
  <cp:lastPrinted>2023-02-15T20:48:24Z</cp:lastPrinted>
  <dcterms:created xsi:type="dcterms:W3CDTF">2026-08-28T00:53:50Z</dcterms:created>
  <dcterms:modified xsi:type="dcterms:W3CDTF">2026-08-28T01:27:25Z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0x010100D5C2B9021A22FC4C82FF99EC65766ED0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diaServiceImageTags">
    <vt:lpwstr/>
  </property>
</Properties>
</file>